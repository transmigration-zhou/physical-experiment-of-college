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D068C-63BD-4354-9FB0-2D9F1F7CC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1741A2-B087-4981-8083-9836DFAC1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17EB1-5333-4B23-98B1-CC71F97C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47F75-BE42-472B-88B6-E7898E8F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E1E38-D231-4154-8576-9C559F6E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54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86EBD-B1EA-4ADC-9BEF-1E31FD3E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EB1F7-D313-4EBB-B6AB-A3A21112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CEBB6-F3F8-4B99-9FFF-D3AF9E9D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C2F61-0E44-4EC7-9B0E-20D81C49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F8F9E-08CD-45D6-84DA-E3F7319F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04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C3445-1468-4873-99A6-CDAEC3E9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C17BC-7930-4F26-ABCC-BABD402C4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68E17-E74C-49E2-A3C0-1241697C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32E66-EC99-4D65-9729-BFDB3EA6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76A3CC-714D-42DA-AE23-0CA204AE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72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75992-02A2-439D-B881-62BD4312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A76A04-3667-40A7-9AA7-0A3393558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1965BC-46EF-406E-B4B2-EFDE7890D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B947B3-FAA3-4E65-8223-3CD067E7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5C340-6FDE-40DD-B4FC-C447AB8B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D3BFB-93B3-460D-9549-65742741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45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784CF-239C-44D4-AD96-9B94C01E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0CAEE-3AF2-44EF-802D-4E43B283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3CE7ED-FAE2-4897-916C-AEB01EED1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663E59-6A11-49C0-86C4-6E7851746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0C448F-F4D2-4DFC-932A-2B909A119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7F5324-A368-4697-9BB0-E058690C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5034A-9713-47BF-8684-A28B9EF1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4C6788-E885-4B35-9623-D29B2F94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40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CFFB8-46B5-4054-80A9-F1BCD082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E8D569-C4F8-42CE-9599-D23F3F2B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D1AC1F-B7D0-4AC7-A6E1-C47B3EFF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BB8C46-26B8-48C9-B354-60DB324D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9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FB986-CBBC-4571-8625-22A09560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4F9E9B-BC6B-433F-BF2B-23956168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54DBC1-5DAA-4652-91D2-4753303F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67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6C1CB-CA5A-45FF-A3F1-98EE15FA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BDA5E-3F79-4F0D-9270-91347C36A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1B9C7-A138-464C-9592-1DB2AFBE6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F96C33-D63F-4AF9-ACE3-4B27B2BD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1045C9-8A40-460E-95AF-B57469AB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E3C7E-87FE-428A-98B5-CBBA52A0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6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08868-B2EE-46BF-B494-1F648004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3E358D-46D0-4A49-84DB-32A2BE440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A326B8-8225-45DC-849C-637A4CCD9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F722FB-940C-4606-BEA2-DD7964D3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A061E9-DCF8-48E6-A5EF-B2B118B8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0478F-948B-4EC7-BE00-0AFCA372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90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BB613-97C5-459A-B349-D9B6F630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54E14D-A4A1-4FF8-BEC0-75D7B4B89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886E0-CD40-4169-94A9-6595FFEE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CF6E44-BD6F-4CB4-AA17-6065B340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A0D72-CDF8-4047-9930-D2F0F26F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76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3D8761-7D18-4153-9BB9-4C5E0D1E5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E2113A-A3C2-48D7-957C-D23D785CB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94F586-51A2-4B11-ADBA-FD988842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B0CBA-952C-4563-B407-86C541E8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C1EB4-B20E-472F-8C99-C8B21931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71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B4AD94-1897-46D8-99B9-25A94028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C9CD3C-993D-4976-AF28-9F5D7FD91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F03C0-B254-440B-AB1B-3DA09BE1F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A2F-6CCB-4505-994B-7AC3A41068AA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C676E8-7095-4066-8267-7A3234BB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875C2-56DC-4EE0-9737-00E3C16BA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06FC7-28DC-454B-BD2A-4C8925510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1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5D02B-2AE1-43FB-B024-1175FBAA5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544" y="947149"/>
            <a:ext cx="11388933" cy="2387600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实验：用单摆测定当地的重力加速度</a:t>
            </a:r>
            <a:b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950451-57A5-41ED-A7D7-8DB2354FA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浙江科技学院物理实验教学中心</a:t>
            </a:r>
          </a:p>
        </p:txBody>
      </p:sp>
    </p:spTree>
    <p:extLst>
      <p:ext uri="{BB962C8B-B14F-4D97-AF65-F5344CB8AC3E}">
        <p14:creationId xmlns:p14="http://schemas.microsoft.com/office/powerpoint/2010/main" val="193016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A5B7FDA-5B67-4B06-BB92-8AFC8AB17262}"/>
              </a:ext>
            </a:extLst>
          </p:cNvPr>
          <p:cNvSpPr txBox="1"/>
          <p:nvPr/>
        </p:nvSpPr>
        <p:spPr>
          <a:xfrm>
            <a:off x="3099276" y="-6193"/>
            <a:ext cx="5651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实验：用单摆测定当地的重力加速度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0D3601-DF29-4984-879F-CAF829A6E9B0}"/>
              </a:ext>
            </a:extLst>
          </p:cNvPr>
          <p:cNvSpPr txBox="1"/>
          <p:nvPr/>
        </p:nvSpPr>
        <p:spPr>
          <a:xfrm>
            <a:off x="535369" y="638806"/>
            <a:ext cx="843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实验原理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：当单摆角很小时 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&lt;10°)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，单摆的运动为简谐运动，根据单摆周期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4205107-055E-43A9-9C92-11F2D832EA17}"/>
                  </a:ext>
                </a:extLst>
              </p:cNvPr>
              <p:cNvSpPr/>
              <p:nvPr/>
            </p:nvSpPr>
            <p:spPr>
              <a:xfrm>
                <a:off x="1601551" y="1089094"/>
                <a:ext cx="1623721" cy="91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4205107-055E-43A9-9C92-11F2D832EA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551" y="1089094"/>
                <a:ext cx="1623721" cy="910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1A06078-82E6-4C38-B139-C8A75F03E94A}"/>
                  </a:ext>
                </a:extLst>
              </p:cNvPr>
              <p:cNvSpPr txBox="1"/>
              <p:nvPr/>
            </p:nvSpPr>
            <p:spPr>
              <a:xfrm>
                <a:off x="599491" y="2126254"/>
                <a:ext cx="7328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因此只需要测出摆长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和周期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，便可测定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g. 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本次实验采用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种方法来测量重力加速度，并比较两种方法的精度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1A06078-82E6-4C38-B139-C8A75F03E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1" y="2126254"/>
                <a:ext cx="7328960" cy="646331"/>
              </a:xfrm>
              <a:prstGeom prst="rect">
                <a:avLst/>
              </a:prstGeom>
              <a:blipFill>
                <a:blip r:embed="rId3"/>
                <a:stretch>
                  <a:fillRect l="-665" t="-7547" b="-1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9FB7E383-6F75-4071-92D3-16459E7588F2}"/>
              </a:ext>
            </a:extLst>
          </p:cNvPr>
          <p:cNvSpPr txBox="1"/>
          <p:nvPr/>
        </p:nvSpPr>
        <p:spPr>
          <a:xfrm>
            <a:off x="535369" y="3105834"/>
            <a:ext cx="817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实验仪器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：长约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1m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的细线一根，秒表（手机计时器）毫米刻度尺（也可以下载尺子的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APP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进行测量），手机（装有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APP  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phyphox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软件可以通过应用中心下载）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4A80B8-E6B4-4588-A752-3A213BE4878F}"/>
              </a:ext>
            </a:extLst>
          </p:cNvPr>
          <p:cNvSpPr/>
          <p:nvPr/>
        </p:nvSpPr>
        <p:spPr>
          <a:xfrm>
            <a:off x="3225271" y="1436403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C001E5-B43B-4BFA-87CC-09BB804F7613}"/>
                  </a:ext>
                </a:extLst>
              </p:cNvPr>
              <p:cNvSpPr/>
              <p:nvPr/>
            </p:nvSpPr>
            <p:spPr>
              <a:xfrm>
                <a:off x="3906370" y="1189741"/>
                <a:ext cx="130296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7C001E5-B43B-4BFA-87CC-09BB804F7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370" y="1189741"/>
                <a:ext cx="130296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D58BC5B-9FFA-4A8B-927D-E53A1D841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916" y="3890701"/>
            <a:ext cx="2604489" cy="2622425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248BF2B4-0B6B-48F7-9F1E-B07C5A977A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8"/>
          <a:stretch/>
        </p:blipFill>
        <p:spPr bwMode="auto">
          <a:xfrm>
            <a:off x="8851747" y="1422142"/>
            <a:ext cx="3067287" cy="524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7C3DE7E5-79F1-43C6-A1B8-ECBF1F699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17" y="3903432"/>
            <a:ext cx="2604489" cy="2609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47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8FFCBF-A28F-4B70-AC95-A0349607C9D0}"/>
              </a:ext>
            </a:extLst>
          </p:cNvPr>
          <p:cNvSpPr txBox="1"/>
          <p:nvPr/>
        </p:nvSpPr>
        <p:spPr>
          <a:xfrm>
            <a:off x="604120" y="644167"/>
            <a:ext cx="11064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传统单摆测重力加速度使用金属小球，装置如下，用秒表测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个周期的时间（注意完整的过两次中心平衡位置为一个周期）记录时间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分别测量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次取平均值，代入公式计算出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982EF5EB-8278-43E8-B5C0-650C42E73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40323"/>
              </p:ext>
            </p:extLst>
          </p:nvPr>
        </p:nvGraphicFramePr>
        <p:xfrm>
          <a:off x="4281948" y="2241280"/>
          <a:ext cx="6096000" cy="1981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2803497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669589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9262835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96550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测量次数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球直径 </a:t>
                      </a:r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线长 </a:t>
                      </a:r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30T (s)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4497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764.0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52.53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0085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765.0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52.53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18477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762.0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52.56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6887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763.7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52.54</a:t>
                      </a:r>
                      <a:endParaRPr lang="zh-CN" altLang="en-US" sz="2000" b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6424908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B8F15FA-0CF7-446D-BB3C-AE8AF41C8F42}"/>
              </a:ext>
            </a:extLst>
          </p:cNvPr>
          <p:cNvSpPr txBox="1"/>
          <p:nvPr/>
        </p:nvSpPr>
        <p:spPr>
          <a:xfrm>
            <a:off x="4203767" y="1690652"/>
            <a:ext cx="5315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例如：同一个单摆进行多次测量取平均值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36154FC-62AD-43F2-B6F9-67632990F137}"/>
                  </a:ext>
                </a:extLst>
              </p:cNvPr>
              <p:cNvSpPr/>
              <p:nvPr/>
            </p:nvSpPr>
            <p:spPr>
              <a:xfrm>
                <a:off x="4364813" y="4405967"/>
                <a:ext cx="6086794" cy="7364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>
                          <a:solidFill>
                            <a:prstClr val="black"/>
                          </a:solidFill>
                        </a:rPr>
                        <m:t>g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10/2+763.7</m:t>
                          </m:r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)</m:t>
                          </m:r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zh-CN" alt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52.54</m:t>
                                      </m:r>
                                    </m:num>
                                    <m:den>
                                      <m:r>
                                        <a:rPr lang="zh-CN" altLang="en-US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=9.90</m:t>
                      </m:r>
                      <m:f>
                        <m:fPr>
                          <m:type m:val="lin"/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36154FC-62AD-43F2-B6F9-67632990F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813" y="4405967"/>
                <a:ext cx="6086794" cy="7364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1FFB578C-E8E1-481F-9E3C-E1E3C4FBE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74" y="1643095"/>
            <a:ext cx="2430000" cy="432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A8C541-9AB6-40A8-A818-B56202A9A453}"/>
              </a:ext>
            </a:extLst>
          </p:cNvPr>
          <p:cNvSpPr txBox="1"/>
          <p:nvPr/>
        </p:nvSpPr>
        <p:spPr>
          <a:xfrm>
            <a:off x="4281948" y="5297414"/>
            <a:ext cx="1411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相对误差：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598830-AEC0-40C1-9DF3-08E3A656B7BA}"/>
                  </a:ext>
                </a:extLst>
              </p:cNvPr>
              <p:cNvSpPr/>
              <p:nvPr/>
            </p:nvSpPr>
            <p:spPr>
              <a:xfrm>
                <a:off x="4151785" y="5746019"/>
                <a:ext cx="59297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100%=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9.90−9.81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9.81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100%=0.92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598830-AEC0-40C1-9DF3-08E3A656B7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5" y="5746019"/>
                <a:ext cx="592976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E808772-5C7E-4733-AAD2-1F951C706262}"/>
              </a:ext>
            </a:extLst>
          </p:cNvPr>
          <p:cNvSpPr txBox="1"/>
          <p:nvPr/>
        </p:nvSpPr>
        <p:spPr>
          <a:xfrm>
            <a:off x="98558" y="122292"/>
            <a:ext cx="771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方法一、用传统单摆方法来测定当地的重力加速度</a:t>
            </a:r>
          </a:p>
        </p:txBody>
      </p:sp>
    </p:spTree>
    <p:extLst>
      <p:ext uri="{BB962C8B-B14F-4D97-AF65-F5344CB8AC3E}">
        <p14:creationId xmlns:p14="http://schemas.microsoft.com/office/powerpoint/2010/main" val="372148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BD9BED-093C-424F-AD42-EBF323CA8D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25" y="764428"/>
            <a:ext cx="2430000" cy="49316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A1A8910-6E97-4556-9B71-1C3071FAE62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9232"/>
          <a:stretch/>
        </p:blipFill>
        <p:spPr>
          <a:xfrm>
            <a:off x="8660832" y="3494630"/>
            <a:ext cx="1918421" cy="22014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1A146C-2D48-4556-9509-643AC80736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29"/>
          <a:stretch/>
        </p:blipFill>
        <p:spPr>
          <a:xfrm>
            <a:off x="8660832" y="764428"/>
            <a:ext cx="1918421" cy="239108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61E773C-E4D6-497B-8D80-665C5704B2E3}"/>
              </a:ext>
            </a:extLst>
          </p:cNvPr>
          <p:cNvSpPr txBox="1"/>
          <p:nvPr/>
        </p:nvSpPr>
        <p:spPr>
          <a:xfrm>
            <a:off x="625345" y="764428"/>
            <a:ext cx="5080074" cy="5086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实验步骤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、将细绳一端固定在竖直墙面上，另一端固定在手机上，让手机面与墙面平行，做成一个摆。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、打开软件，下拉菜单找到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mechanics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下的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Pendulum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，让手机偏离平衡位置一个小角度，点击运行按钮，放手后，软件会根据陀螺仪测的数据自动记录单摆的周期和频率。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8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8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软件设置了几个功能：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Results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栏目可以反馈单摆的周期和频率；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栏目中可以输入摆长，系统会自动计算重力加速度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Length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栏目中，默认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值为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9.81 m/s</a:t>
            </a:r>
            <a:r>
              <a:rPr lang="en-US" altLang="zh-CN" sz="20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，系统会自动计算摆长。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76C735-FADA-4612-9662-73D420DB8CE6}"/>
              </a:ext>
            </a:extLst>
          </p:cNvPr>
          <p:cNvSpPr/>
          <p:nvPr/>
        </p:nvSpPr>
        <p:spPr>
          <a:xfrm>
            <a:off x="687185" y="61958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注意：测量摆长时，应从悬点的位置测量到手机的中心，实验简易装置图和实验数据见下页。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D721D6-B165-42A4-9119-931248174092}"/>
              </a:ext>
            </a:extLst>
          </p:cNvPr>
          <p:cNvSpPr txBox="1"/>
          <p:nvPr/>
        </p:nvSpPr>
        <p:spPr>
          <a:xfrm>
            <a:off x="6665518" y="5842966"/>
            <a:ext cx="1873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的相对误差：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4E8411D-A35E-4390-96E8-36D076B01A0D}"/>
                  </a:ext>
                </a:extLst>
              </p:cNvPr>
              <p:cNvSpPr/>
              <p:nvPr/>
            </p:nvSpPr>
            <p:spPr>
              <a:xfrm>
                <a:off x="6486583" y="6210086"/>
                <a:ext cx="4749509" cy="639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100%=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9.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83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−9.81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9.81</m:t>
                      </m:r>
                      <m:r>
                        <a:rPr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100%=0.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20 </m:t>
                      </m:r>
                      <m:r>
                        <m:rPr>
                          <m:nor/>
                        </m:rPr>
                        <a:rPr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4E8411D-A35E-4390-96E8-36D076B01A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83" y="6210086"/>
                <a:ext cx="4749509" cy="639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7B887C6F-1CA4-4F8D-A3F4-D2E20ABE3A5B}"/>
              </a:ext>
            </a:extLst>
          </p:cNvPr>
          <p:cNvSpPr txBox="1"/>
          <p:nvPr/>
        </p:nvSpPr>
        <p:spPr>
          <a:xfrm>
            <a:off x="317575" y="157435"/>
            <a:ext cx="771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方法二、用手机传感器方法来测定当地的重力加速度</a:t>
            </a:r>
          </a:p>
        </p:txBody>
      </p:sp>
    </p:spTree>
    <p:extLst>
      <p:ext uri="{BB962C8B-B14F-4D97-AF65-F5344CB8AC3E}">
        <p14:creationId xmlns:p14="http://schemas.microsoft.com/office/powerpoint/2010/main" val="333622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470</Words>
  <Application>Microsoft Office PowerPoint</Application>
  <PresentationFormat>宽屏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实验：用单摆测定当地的重力加速度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实验：用单摆测定当地的重力加速度 </dc:title>
  <dc:creator>Xu bijun</dc:creator>
  <cp:lastModifiedBy>Xu bijun</cp:lastModifiedBy>
  <cp:revision>6</cp:revision>
  <dcterms:created xsi:type="dcterms:W3CDTF">2020-04-09T12:13:34Z</dcterms:created>
  <dcterms:modified xsi:type="dcterms:W3CDTF">2020-04-09T13:33:17Z</dcterms:modified>
</cp:coreProperties>
</file>